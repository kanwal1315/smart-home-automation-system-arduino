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327648"/>
            <a:ext cx="11384280" cy="0"/>
          </a:xfrm>
          <a:prstGeom prst="line">
            <a:avLst/>
          </a:prstGeom>
          <a:noFill/>
          <a:ln w="12700">
            <a:solidFill>
              <a:srgbClr val="14B8A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68680"/>
            <a:ext cx="1234440" cy="0"/>
          </a:xfrm>
          <a:prstGeom prst="line">
            <a:avLst/>
          </a:prstGeom>
          <a:noFill/>
          <a:ln w="2540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868680"/>
            <a:ext cx="1234440" cy="0"/>
          </a:xfrm>
          <a:prstGeom prst="line">
            <a:avLst/>
          </a:prstGeom>
          <a:noFill/>
          <a:ln w="254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HOME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 SYSTEM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594360" y="22585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Using Arduino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48920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A basic professional report on controlling home appliances using sensors, microcontroller logic and automated switching.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52360" y="1417320"/>
            <a:ext cx="3337560" cy="2240280"/>
          </a:xfrm>
          <a:prstGeom prst="rect">
            <a:avLst/>
          </a:prstGeom>
          <a:solidFill>
            <a:srgbClr val="1E293B">
              <a:alpha val="96000"/>
            </a:srgbClr>
          </a:solidFill>
          <a:ln w="19050">
            <a:solidFill>
              <a:srgbClr val="14B8A6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🏠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ARDUINO + SENSORS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SMART CONTROL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98080" y="3977640"/>
            <a:ext cx="32461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Automation • Safety • Energy Saving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4983480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Presented by: Kanwal Shahzad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Enrollment No: 01-139232-040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Bahria University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0" y="6126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327648"/>
            <a:ext cx="11384280" cy="0"/>
          </a:xfrm>
          <a:prstGeom prst="line">
            <a:avLst/>
          </a:prstGeom>
          <a:noFill/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68680"/>
            <a:ext cx="1234440" cy="0"/>
          </a:xfrm>
          <a:prstGeom prst="line">
            <a:avLst/>
          </a:prstGeom>
          <a:noFill/>
          <a:ln w="25400">
            <a:solidFill>
              <a:srgbClr val="0EA5E9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868680"/>
            <a:ext cx="1234440" cy="0"/>
          </a:xfrm>
          <a:prstGeom prst="line">
            <a:avLst/>
          </a:prstGeom>
          <a:noFill/>
          <a:ln w="254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789920" y="3200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38251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Smart Home Automation System using Arduino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0" y="638251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Kanwal Shahzad  |  01-139232-040  |  Bahria University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0972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Smart home automation allows household appliances to be monitored and controlled automatically through electronic circuits, sensors, and programmed logic.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87752"/>
            <a:ext cx="118872" cy="1188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514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Arduino acts as the central controller of the system.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044952"/>
            <a:ext cx="118872" cy="1188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9718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Sensors detect real-world changes such as motion, light, gas, or temperature.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502152"/>
            <a:ext cx="118872" cy="1188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4290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Relays switch appliances ON/OFF safely based on commands.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3959352"/>
            <a:ext cx="118872" cy="1188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8862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The system improves comfort, energy saving and convenience.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78040" y="2267712"/>
            <a:ext cx="96012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86800" y="2267712"/>
            <a:ext cx="96012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583680" y="1920240"/>
            <a:ext cx="1078992" cy="1005840"/>
          </a:xfrm>
          <a:prstGeom prst="rect">
            <a:avLst/>
          </a:prstGeom>
          <a:solidFill>
            <a:srgbClr val="1E293B">
              <a:alpha val="95000"/>
            </a:srgbClr>
          </a:solidFill>
          <a:ln w="15240">
            <a:solidFill>
              <a:srgbClr val="0EA5E9">
                <a:alpha val="65000"/>
              </a:srgbClr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📡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Sensor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092440" y="1920240"/>
            <a:ext cx="1078992" cy="1005840"/>
          </a:xfrm>
          <a:prstGeom prst="rect">
            <a:avLst/>
          </a:prstGeom>
          <a:solidFill>
            <a:srgbClr val="1E293B">
              <a:alpha val="95000"/>
            </a:srgbClr>
          </a:solidFill>
          <a:ln w="15240">
            <a:solidFill>
              <a:srgbClr val="0EA5E9">
                <a:alpha val="65000"/>
              </a:srgbClr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⚙️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Arduino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01200" y="1920240"/>
            <a:ext cx="1078992" cy="1005840"/>
          </a:xfrm>
          <a:prstGeom prst="rect">
            <a:avLst/>
          </a:prstGeom>
          <a:solidFill>
            <a:srgbClr val="1E293B">
              <a:alpha val="95000"/>
            </a:srgbClr>
          </a:solidFill>
          <a:ln w="15240">
            <a:solidFill>
              <a:srgbClr val="0EA5E9">
                <a:alpha val="65000"/>
              </a:srgbClr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💡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Relay/Load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7960" y="3657600"/>
            <a:ext cx="43891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E7EB"/>
                </a:solidFill>
              </a:rPr>
              <a:t>Simple idea: the home responds automatically to user needs and environmental conditions.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327648"/>
            <a:ext cx="11384280" cy="0"/>
          </a:xfrm>
          <a:prstGeom prst="line">
            <a:avLst/>
          </a:prstGeom>
          <a:noFill/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68680"/>
            <a:ext cx="1234440" cy="0"/>
          </a:xfrm>
          <a:prstGeom prst="line">
            <a:avLst/>
          </a:prstGeom>
          <a:noFill/>
          <a:ln w="254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868680"/>
            <a:ext cx="1234440" cy="0"/>
          </a:xfrm>
          <a:prstGeom prst="line">
            <a:avLst/>
          </a:prstGeom>
          <a:noFill/>
          <a:ln w="254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789920" y="3200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38251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Smart Home Automation System using Arduino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0" y="638251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Kanwal Shahzad  |  01-139232-040  |  Bahria University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Traditional homes depend heavily on manual switching and constant human attention.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2926080" cy="105156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EF4444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❗  Manual Control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Lights, fans and appliances must be operated physically.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23360" y="2011680"/>
            <a:ext cx="2926080" cy="105156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F59E0B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⚡  Energy Waste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Devices may remain ON when not needed, increasing electricity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011680"/>
            <a:ext cx="3383280" cy="105156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EF4444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🛡️  Limited Safety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Gas leakage, overheating and security risks may not be detected quickly.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Need of the project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2519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low-cost smart automation solution is required to make home appliances easier to control, safer to use, and more efficient in daily life.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327648"/>
            <a:ext cx="11384280" cy="0"/>
          </a:xfrm>
          <a:prstGeom prst="line">
            <a:avLst/>
          </a:prstGeom>
          <a:noFill/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68680"/>
            <a:ext cx="1234440" cy="0"/>
          </a:xfrm>
          <a:prstGeom prst="line">
            <a:avLst/>
          </a:prstGeom>
          <a:noFill/>
          <a:ln w="254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868680"/>
            <a:ext cx="1234440" cy="0"/>
          </a:xfrm>
          <a:prstGeom prst="line">
            <a:avLst/>
          </a:prstGeom>
          <a:noFill/>
          <a:ln w="254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789920" y="3200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04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38251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Smart Home Automation System using Arduino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0" y="638251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Kanwal Shahzad  |  01-139232-040  |  Bahria University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Main Goal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15087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To design a basic Arduino-based smart home system that can control appliances automatically and improve comfort, safety and energy efficiency.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68680" y="2880360"/>
            <a:ext cx="4800600" cy="96012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22C55E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🏠  Automate appliances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Control lights, fans or other loads using sensors and programmed rules.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63640" y="2880360"/>
            <a:ext cx="4800600" cy="96012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22C55E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🔋  Reduce energy use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Switch devices only when required to avoid unnecessary power consumption.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4800600" cy="96012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22C55E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🔒  Improve safety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Use sensors to detect risks such as gas leakage or unusual activity.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4343400"/>
            <a:ext cx="4800600" cy="96012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22C55E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🧩  Build low-cost prototype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Use affordable and easily available Arduino components.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327648"/>
            <a:ext cx="11384280" cy="0"/>
          </a:xfrm>
          <a:prstGeom prst="line">
            <a:avLst/>
          </a:prstGeom>
          <a:noFill/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68680"/>
            <a:ext cx="1234440" cy="0"/>
          </a:xfrm>
          <a:prstGeom prst="line">
            <a:avLst/>
          </a:prstGeom>
          <a:noFill/>
          <a:ln w="254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868680"/>
            <a:ext cx="1234440" cy="0"/>
          </a:xfrm>
          <a:prstGeom prst="line">
            <a:avLst/>
          </a:prstGeom>
          <a:noFill/>
          <a:ln w="254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Components Required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789920" y="3200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38251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Smart Home Automation System using Arduino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0" y="638251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Kanwal Shahzad  |  01-139232-040  |  Bahria University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02412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Core hardware used in a basic smart home automation prototype: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3246120" cy="114300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F59E0B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🔷  Arduino Uno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Central controller that runs the program logic.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53128" y="1920240"/>
            <a:ext cx="3246120" cy="114300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F59E0B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🔌  Relay Module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Controls AC/DC appliances through switching.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0456" y="1920240"/>
            <a:ext cx="3246120" cy="114300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F59E0B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📡  Sensors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PIR, LDR, gas, temperature or motion sensors.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3246120" cy="114300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F59E0B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📶  Bluetooth/Wi‑Fi Module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Enables wireless control if required.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53128" y="3703320"/>
            <a:ext cx="3246120" cy="114300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F59E0B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💡  Bulb/Fan/Load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Represents home appliances in the prototype.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0456" y="3703320"/>
            <a:ext cx="3246120" cy="114300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F59E0B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🔋  Power Supply &amp; Wires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Provides power and connects all components.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327648"/>
            <a:ext cx="11384280" cy="0"/>
          </a:xfrm>
          <a:prstGeom prst="line">
            <a:avLst/>
          </a:prstGeom>
          <a:noFill/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68680"/>
            <a:ext cx="1234440" cy="0"/>
          </a:xfrm>
          <a:prstGeom prst="line">
            <a:avLst/>
          </a:prstGeom>
          <a:noFill/>
          <a:ln w="25400">
            <a:solidFill>
              <a:srgbClr val="0EA5E9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868680"/>
            <a:ext cx="1234440" cy="0"/>
          </a:xfrm>
          <a:prstGeom prst="line">
            <a:avLst/>
          </a:prstGeom>
          <a:noFill/>
          <a:ln w="254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Working Principle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789920" y="3200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06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38251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Smart Home Automation System using Arduino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0" y="638251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Kanwal Shahzad  |  01-139232-040  |  Bahria University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The system follows a simple sense–process–act cycle.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2423160" y="2834640"/>
            <a:ext cx="1188720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00600" y="2834640"/>
            <a:ext cx="1188720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178040" y="2834640"/>
            <a:ext cx="1188720" cy="0"/>
          </a:xfrm>
          <a:prstGeom prst="line">
            <a:avLst/>
          </a:prstGeom>
          <a:noFill/>
          <a:ln w="2794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77240" y="2423160"/>
            <a:ext cx="1691640" cy="1325880"/>
          </a:xfrm>
          <a:prstGeom prst="rect">
            <a:avLst/>
          </a:prstGeom>
          <a:solidFill>
            <a:srgbClr val="1E293B">
              <a:alpha val="95000"/>
            </a:srgbClr>
          </a:solidFill>
          <a:ln w="15240">
            <a:solidFill>
              <a:srgbClr val="0EA5E9">
                <a:alpha val="7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Input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Sensor detects condition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54680" y="2423160"/>
            <a:ext cx="1691640" cy="1325880"/>
          </a:xfrm>
          <a:prstGeom prst="rect">
            <a:avLst/>
          </a:prstGeom>
          <a:solidFill>
            <a:srgbClr val="1E293B">
              <a:alpha val="95000"/>
            </a:srgbClr>
          </a:solidFill>
          <a:ln w="15240">
            <a:solidFill>
              <a:srgbClr val="0EA5E9">
                <a:alpha val="7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Processing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Arduino reads signal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32120" y="2423160"/>
            <a:ext cx="1691640" cy="1325880"/>
          </a:xfrm>
          <a:prstGeom prst="rect">
            <a:avLst/>
          </a:prstGeom>
          <a:solidFill>
            <a:srgbClr val="1E293B">
              <a:alpha val="95000"/>
            </a:srgbClr>
          </a:solidFill>
          <a:ln w="15240">
            <a:solidFill>
              <a:srgbClr val="0EA5E9">
                <a:alpha val="7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Decision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Code checks threshold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09560" y="2423160"/>
            <a:ext cx="1691640" cy="1325880"/>
          </a:xfrm>
          <a:prstGeom prst="rect">
            <a:avLst/>
          </a:prstGeom>
          <a:solidFill>
            <a:srgbClr val="1E293B">
              <a:alpha val="95000"/>
            </a:srgbClr>
          </a:solidFill>
          <a:ln w="15240">
            <a:solidFill>
              <a:srgbClr val="0EA5E9">
                <a:alpha val="7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Output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Relay controls appliance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617720"/>
            <a:ext cx="99212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E7EB"/>
                </a:solidFill>
              </a:rPr>
              <a:t>Example: When motion is detected, Arduino receives the sensor signal, activates the relay and turns the light ON automatically.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327648"/>
            <a:ext cx="11384280" cy="0"/>
          </a:xfrm>
          <a:prstGeom prst="line">
            <a:avLst/>
          </a:prstGeom>
          <a:noFill/>
          <a:ln w="12700">
            <a:solidFill>
              <a:srgbClr val="14B8A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68680"/>
            <a:ext cx="1234440" cy="0"/>
          </a:xfrm>
          <a:prstGeom prst="line">
            <a:avLst/>
          </a:prstGeom>
          <a:noFill/>
          <a:ln w="2540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868680"/>
            <a:ext cx="1234440" cy="0"/>
          </a:xfrm>
          <a:prstGeom prst="line">
            <a:avLst/>
          </a:prstGeom>
          <a:noFill/>
          <a:ln w="254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789920" y="3200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07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38251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Smart Home Automation System using Arduino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0" y="638251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Kanwal Shahzad  |  01-139232-040  |  Bahria University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Smart automation can be applied in many daily environments.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3246120" cy="100584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14B8A6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🏡  Homes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Automatic lights, fans, doors and security.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44568" y="1874520"/>
            <a:ext cx="3246120" cy="100584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14B8A6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🏢  Offices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Energy saving and meeting room control.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11896" y="1874520"/>
            <a:ext cx="3246120" cy="100584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14B8A6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🎓  Classrooms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Smart lights and projector control.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566160"/>
            <a:ext cx="3246120" cy="100584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14B8A6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🤝  Elderly Care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Easy control and safety alerts.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44568" y="3566160"/>
            <a:ext cx="3246120" cy="100584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14B8A6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🚨  Security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Motion detection and alarm systems.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11896" y="3566160"/>
            <a:ext cx="3246120" cy="100584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14B8A6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📊  Energy Monitoring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Better electricity usage awareness.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327648"/>
            <a:ext cx="11384280" cy="0"/>
          </a:xfrm>
          <a:prstGeom prst="line">
            <a:avLst/>
          </a:prstGeom>
          <a:noFill/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68680"/>
            <a:ext cx="1234440" cy="0"/>
          </a:xfrm>
          <a:prstGeom prst="line">
            <a:avLst/>
          </a:prstGeom>
          <a:noFill/>
          <a:ln w="254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868680"/>
            <a:ext cx="1234440" cy="0"/>
          </a:xfrm>
          <a:prstGeom prst="line">
            <a:avLst/>
          </a:prstGeom>
          <a:noFill/>
          <a:ln w="254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Advantages &amp; Future Scope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789920" y="3200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08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38251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Smart Home Automation System using Arduino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0" y="638251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Kanwal Shahzad  |  01-139232-040  |  Bahria University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051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</a:rPr>
              <a:t>Key Advantages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68680" y="181051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Low-cost and easy to build with commonly available components.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231343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Reduces manual effort and improves daily convenience.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281635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743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Supports energy saving by controlling appliances intelligently.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331927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Can improve home safety through sensors and alerts.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1051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</a:rPr>
              <a:t>Future Scope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46520" y="1691640"/>
            <a:ext cx="4389120" cy="86868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22C55E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🌐  IoT Integration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Connect the system with mobile apps or cloud dashboards.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2788920"/>
            <a:ext cx="4389120" cy="86868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22C55E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🎙️  Voice Control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Integrate with voice assistants for hands-free operation.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3886200"/>
            <a:ext cx="4389120" cy="868680"/>
          </a:xfrm>
          <a:prstGeom prst="rect">
            <a:avLst/>
          </a:prstGeom>
          <a:solidFill>
            <a:srgbClr val="1E293B">
              <a:alpha val="92000"/>
            </a:srgbClr>
          </a:solidFill>
          <a:ln w="15240">
            <a:solidFill>
              <a:srgbClr val="22C55E">
                <a:alpha val="5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🤖  AI-Based Automation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</a:rPr>
              <a:t>Predict user behavior and automate appliances more intelligently.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327648"/>
            <a:ext cx="11384280" cy="0"/>
          </a:xfrm>
          <a:prstGeom prst="line">
            <a:avLst/>
          </a:prstGeom>
          <a:noFill/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868680"/>
            <a:ext cx="1234440" cy="0"/>
          </a:xfrm>
          <a:prstGeom prst="line">
            <a:avLst/>
          </a:prstGeom>
          <a:noFill/>
          <a:ln w="254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868680"/>
            <a:ext cx="1234440" cy="0"/>
          </a:xfrm>
          <a:prstGeom prst="line">
            <a:avLst/>
          </a:prstGeom>
          <a:noFill/>
          <a:ln w="254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49808" y="20574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</a:rPr>
              <a:t>Smart Home Automation System using Arduino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43891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</a:rPr>
              <a:t>Presented by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</a:rPr>
              <a:t>Kanwal Shahzad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</a:rPr>
              <a:t>Enrollment No: 01-139232-040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</a:rPr>
              <a:t>Bahria University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629400" y="1280160"/>
            <a:ext cx="329184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629400" y="2377440"/>
            <a:ext cx="2194560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29400" y="3474720"/>
            <a:ext cx="274320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629400" y="4251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Questions?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629400" y="48463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Arduino • Sensors • Automation • Smart Living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0" y="6126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Bahria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 Automation System using Arduino</dc:title>
  <dc:subject>Smart Home Automation System using Arduino</dc:subject>
  <dc:creator>OpenAI</dc:creator>
  <cp:lastModifiedBy>OpenAI</cp:lastModifiedBy>
  <cp:revision>1</cp:revision>
  <dcterms:created xsi:type="dcterms:W3CDTF">2026-07-15T12:57:35Z</dcterms:created>
  <dcterms:modified xsi:type="dcterms:W3CDTF">2026-07-15T12:57:35Z</dcterms:modified>
</cp:coreProperties>
</file>